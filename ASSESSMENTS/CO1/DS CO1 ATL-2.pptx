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A574-1FC6-A07D-651C-A240589B6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67816-C8E1-65CC-0DDB-8CACC3872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6AE1D-ACF5-243E-F900-5DAD6011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2E062-A973-233A-AF29-DD3ED4E7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D43C5-6BD8-F88D-5D66-4D4A325D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6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409B-7DE4-AADF-8EFA-E6F3FC74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93E8F-A9EA-6D3F-B6F9-59B2C767C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2812B-9DC4-62AB-DE6C-E8ED5FF6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C7CBA-4A78-1FA5-622D-81E7741D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97E24-24B6-2F7E-676C-8F5651C3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5FDC-ED33-4571-A88D-2A5867E51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FE77C-662A-5DD1-76DB-5F5B2941D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1676B-5E43-C0D5-99FE-9D4D41B6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C911D-D048-A8AD-2A58-73EB3A41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B65E9-3724-FC8E-F9DB-6BF3873F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63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5B1C-2D93-6D75-F722-E103B986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FBB88-0EF4-A502-1FF9-75571B9E3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C86E6-1A4E-B060-7313-9C107B857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312C-CC27-1614-25C4-426C1BB1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3889B-C5C0-84A1-963C-DFF3932F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B8D9E-E950-2BB1-D34B-10483D4E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21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CA65-F57F-8149-644D-F662A348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B4330-4DE1-7390-D69B-CA59434F9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3EE7D-D815-2706-0E3F-2B83D8424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C2140-6759-F603-C361-DDCD14D0E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D83C0-0FB6-BDD4-39F6-408E9BD0B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50C96-1319-98CA-ED01-546D3EE0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3D70B-3999-65EF-921E-A0FCA448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D9F7E1-5C5B-AC8D-17CD-911A5C27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8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A63F-D38B-5263-8765-15D13D9C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D45B1-E03A-A8B2-0BBD-A49322EA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6D80A-125F-96C1-75C4-144B9F1B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8E486-DEB0-6F9C-6D3B-6CB9A00F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72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02A77-887A-67AD-AEE8-B9641177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6D2B7-4BE6-E7D0-77C8-7E8F84580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F8F12-0DFF-75D4-C2EF-3921F7C3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14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25BC-D84A-EB23-E860-7B99CB89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8AC-44BB-C012-FD4E-3ECB71DA3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227FC-033D-9557-F420-A42E8C86E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817F3-04D9-4986-2C5F-EB4C8D71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FE536-4E5C-329B-F27C-3FA79176A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C33CD-D34A-F6CC-287B-3E1E75FF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71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38BF-538B-EE33-8A69-C405D225C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FDC3B8-97EC-2448-5D29-FCC8C6653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7AAB7-8459-33CB-0732-A23D81E30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2E3C3-2115-803C-2E0E-A172A2CF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80367-8BC7-52E3-D90E-1E9F8C59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ABB50-288F-1AC1-435D-5413103A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6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994D-BBF5-8366-588C-1AD7C9CC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B17CD-DD18-17BB-76D4-9A14861A4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62456-810A-95E7-4399-9303F800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EED1C-6623-3628-FABA-B45DCBA4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335E9-80C2-39A9-D97A-E6309178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4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CE845-5D3A-D2B2-28E1-245B2A680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54DC9-B207-BC6C-D7F7-29D093B60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C7F32-5452-1999-BADB-BACE0A93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FD3DF-033D-3987-5DB9-89D7DBD6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AE2D-1D97-A585-4A52-1E698E28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74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BAD9E-9A15-3395-A961-A73EB522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A59E8-C6F8-90A4-4D51-E5CAE77FB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93E0C-20ED-5D70-8F00-04C8DA84C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C4C16-54DF-4491-9EEF-008A941913D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0FD3-B108-0769-9287-32E394AA5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9E2CF-2BBC-257B-6998-077FE3905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9A9E1-9B84-4E95-A28C-B91933E68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40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47C3-102E-0F67-86FD-302D2213D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1816509"/>
            <a:ext cx="10363200" cy="23876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Balanced Parentheses in Compiler Design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solidFill>
                  <a:schemeClr val="bg1">
                    <a:lumMod val="50000"/>
                  </a:schemeClr>
                </a:solidFill>
              </a:rPr>
              <a:t>Professional Presentation</a:t>
            </a:r>
            <a:br>
              <a:rPr lang="en-IN" sz="4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4000" dirty="0">
                <a:solidFill>
                  <a:schemeClr val="bg1">
                    <a:lumMod val="50000"/>
                  </a:schemeClr>
                </a:solidFill>
              </a:rPr>
              <a:t>Compiler Syntax Analysis using Stack</a:t>
            </a:r>
            <a:br>
              <a:rPr lang="en-IN" sz="4000" dirty="0"/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DE9BF-3BE5-671B-8533-67CB82574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187" y="4429919"/>
            <a:ext cx="2939845" cy="1655762"/>
          </a:xfrm>
        </p:spPr>
        <p:txBody>
          <a:bodyPr>
            <a:normAutofit fontScale="92500" lnSpcReduction="10000"/>
          </a:bodyPr>
          <a:lstStyle/>
          <a:p>
            <a:pPr algn="l"/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pPr algn="l"/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J. Alphonsa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0" descr="Saveetha Institute of Medical and Technical Sciences Engineering Fests,  Symposiums in Chennai from June 2025 Technical, Cultural, Management,  Sports, Conferences, Seminars">
            <a:extLst>
              <a:ext uri="{FF2B5EF4-FFF2-40B4-BE49-F238E27FC236}">
                <a16:creationId xmlns:a16="http://schemas.microsoft.com/office/drawing/2014/main" id="{B2D0285D-B7DC-8E3E-0437-22155A18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1" y="117987"/>
            <a:ext cx="11936361" cy="118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6A6B6D-0A2F-09EC-B8EF-74FE90DFA4A0}"/>
              </a:ext>
            </a:extLst>
          </p:cNvPr>
          <p:cNvSpPr txBox="1"/>
          <p:nvPr/>
        </p:nvSpPr>
        <p:spPr>
          <a:xfrm>
            <a:off x="7816645" y="5162351"/>
            <a:ext cx="3913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A. Surya Kiran(192411236)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9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9741-4CC4-B97F-60F9-A839538F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0782-43BE-DC2B-2D0B-05F86161E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143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reads program source code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(), {}, and [] symbols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opening symbol requires a matching closing symbol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nesting causes syntax errors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occurs before code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D7990-82E2-8F1B-7C95-F21A37602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169161-3EB2-AF8A-1BE3-1B7C45BCB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62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C766-0C12-9C43-918F-7E1BD7A3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Suitable Data Structure: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667EB-241F-330A-E24D-08BDEFA9C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follows Last In, First Out (LIFO)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opening brackets onto the stack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when matching closing bracket appears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element is compared for correctness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stack at end indicates balanced parentheses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6F6B4-4723-40AA-3E1B-61C7E676D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F32170-E501-D733-8A8F-5BB90B15B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25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59B8-1A74-B682-CE79-25BE1C49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  <a:cs typeface="Times New Roman" panose="02020603050405020304" pitchFamily="18" charset="0"/>
              </a:rPr>
              <a:t>Working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F5C6-C7E3-8BB9-3398-3C127F1BD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expression from left to right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every opening bracket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and pop on closing bracket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error for mismatch or empty stack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expression if stack becomes empty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AFEBB-FDC7-0D0F-7889-5A1162469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147555-4BC9-96F9-B2A2-FB2C80742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83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A3D4-810D-C7B2-5AAD-A62DA52F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Why Stack is Suitable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745F0-9036-9662-7EDD-78FD293AF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matches nested parenthesis structure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push and pop operations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memory efficient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missing or extra brackets easily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compiler implementations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BAD42-C6EE-9514-A851-C1D4F95D5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EB25F0-2038-F146-C0CF-FFB53F276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3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92F-7417-13F8-43ED-F2836F6D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Architecture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97752E-DE1A-79B0-D4D2-DB99C044B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09B8AE-CCBE-9535-4149-28B699CC9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F63B63-A629-6945-BF60-5609C882D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651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5B2FE-47B9-00B5-1935-2CA0F3F7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Example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BD424-05E1-640C-8DA5-5EAB06E41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Expression: {(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)*(c-d)}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'{' then '(' onto stack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on ')' and later on '}'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brackets matched successfully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stack is empty → Balanced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CA19A-DF4E-3447-7AB5-299E8844C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5B531-448F-9EDC-93C7-46860F010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84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2D21-2943-9237-3D61-B374C9AB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Advantages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4058-9B9D-0BAC-6184-CA9252B8F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with O(n) time complexity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O(n) auxiliary space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parsers and syntax analyzers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nested expressions accurately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compiler reliability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9B132-3928-9D17-CF35-4BABA2140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C5A37F-70BC-690D-B628-6049454D7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85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008D-8E70-26DD-0129-4B56CE17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C239-EDA2-6440-17C4-BBFD4046A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the ideal data structure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behavior simplifies matching process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syntax errors effectively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component of compiler design</a:t>
            </a:r>
          </a:p>
          <a:p>
            <a:pPr>
              <a:lnSpc>
                <a:spcPct val="150000"/>
              </a:lnSpc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correct program structure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5CB7B-D531-4B57-0389-9DBF5241A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8" y="137652"/>
            <a:ext cx="1204507" cy="13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CE60D-9C3B-8473-9599-E9BA0957B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978" y="137652"/>
            <a:ext cx="1409382" cy="14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53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Aptos</vt:lpstr>
      <vt:lpstr>Aptos Display</vt:lpstr>
      <vt:lpstr>Arial</vt:lpstr>
      <vt:lpstr>Times New Roman</vt:lpstr>
      <vt:lpstr>Office Theme</vt:lpstr>
      <vt:lpstr>Balanced Parentheses in Compiler Design Professional Presentation Compiler Syntax Analysis using Stack </vt:lpstr>
      <vt:lpstr>Problem Statement</vt:lpstr>
      <vt:lpstr>Suitable Data Structure: Stack</vt:lpstr>
      <vt:lpstr>Working Algorithm</vt:lpstr>
      <vt:lpstr>Why Stack is Suitable</vt:lpstr>
      <vt:lpstr>Architecture Diagram</vt:lpstr>
      <vt:lpstr>Example Execution</vt:lpstr>
      <vt:lpstr>Advantages and 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chenamarla leelesh</dc:creator>
  <cp:lastModifiedBy>chenamarla leelesh</cp:lastModifiedBy>
  <cp:revision>1</cp:revision>
  <dcterms:created xsi:type="dcterms:W3CDTF">2026-07-21T16:28:46Z</dcterms:created>
  <dcterms:modified xsi:type="dcterms:W3CDTF">2026-07-21T16:30:16Z</dcterms:modified>
</cp:coreProperties>
</file>